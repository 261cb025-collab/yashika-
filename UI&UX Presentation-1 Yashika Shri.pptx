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47" autoAdjust="0"/>
  </p:normalViewPr>
  <p:slideViewPr>
    <p:cSldViewPr>
      <p:cViewPr>
        <p:scale>
          <a:sx n="80" d="100"/>
          <a:sy n="80" d="100"/>
        </p:scale>
        <p:origin x="-1512" y="-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5DB029FE-3B17-477F-870E-F89CFF16075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93A7AE3B-E1E1-4CEA-887B-54C8023FDBE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7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-21771"/>
            <a:ext cx="9154886" cy="68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0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9526"/>
            <a:ext cx="9237662" cy="69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7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US" dirty="0" smtClean="0"/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smtClean="0"/>
              <a:t>Communication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err="1" smtClean="0"/>
              <a:t>Friends,family,groups</a:t>
            </a:r>
            <a:endParaRPr lang="en-US" sz="3200" dirty="0" smtClean="0"/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smtClean="0"/>
              <a:t>Messages&amp; Media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smtClean="0"/>
              <a:t>Chats &amp; calls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err="1" smtClean="0"/>
              <a:t>Whatsapp</a:t>
            </a:r>
            <a:r>
              <a:rPr lang="en-US" sz="3200" dirty="0" smtClean="0"/>
              <a:t> Groups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200" dirty="0" smtClean="0"/>
              <a:t>More private communication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algn="l"/>
            <a:endParaRPr lang="en-US" dirty="0" smtClean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smtClean="0"/>
              <a:t>Content sharing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err="1" smtClean="0"/>
              <a:t>Creators,friends</a:t>
            </a:r>
            <a:endParaRPr lang="en-US" sz="3200" dirty="0" smtClean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smtClean="0"/>
              <a:t>Photos &amp; videos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smtClean="0"/>
              <a:t>Comments &amp; DMs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err="1" smtClean="0"/>
              <a:t>Instagram</a:t>
            </a:r>
            <a:r>
              <a:rPr lang="en-US" sz="3200" dirty="0" smtClean="0"/>
              <a:t> Reels</a:t>
            </a:r>
            <a:endParaRPr lang="en-IN" sz="3200" dirty="0" smtClean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200" dirty="0" smtClean="0"/>
              <a:t>More public/social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Instagram</a:t>
            </a:r>
            <a:r>
              <a:rPr lang="en-US" dirty="0" smtClean="0"/>
              <a:t>   </a:t>
            </a:r>
            <a:r>
              <a:rPr lang="en-US" sz="2800" dirty="0" err="1" smtClean="0"/>
              <a:t>vs</a:t>
            </a:r>
            <a:r>
              <a:rPr lang="en-US" sz="2800" dirty="0" smtClean="0"/>
              <a:t>  </a:t>
            </a:r>
            <a:r>
              <a:rPr lang="en-US" dirty="0" err="1" smtClean="0"/>
              <a:t>whatsapp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58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43053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Advantages</a:t>
            </a:r>
          </a:p>
          <a:p>
            <a:pPr algn="l"/>
            <a:r>
              <a:rPr lang="en-US" sz="2800" dirty="0" smtClean="0"/>
              <a:t>*Fast communication</a:t>
            </a:r>
          </a:p>
          <a:p>
            <a:pPr algn="l"/>
            <a:r>
              <a:rPr lang="en-US" sz="2800" dirty="0" smtClean="0"/>
              <a:t>*Easy group conversations</a:t>
            </a:r>
          </a:p>
          <a:p>
            <a:pPr algn="l"/>
            <a:r>
              <a:rPr lang="en-US" sz="2800" dirty="0" smtClean="0"/>
              <a:t>*Voice/video calling</a:t>
            </a:r>
          </a:p>
          <a:p>
            <a:pPr algn="l"/>
            <a:r>
              <a:rPr lang="en-US" sz="2800" dirty="0" smtClean="0"/>
              <a:t>*Easy file sharing</a:t>
            </a:r>
          </a:p>
          <a:p>
            <a:pPr algn="l"/>
            <a:endParaRPr lang="en-US" sz="2800" dirty="0" smtClean="0"/>
          </a:p>
          <a:p>
            <a:r>
              <a:rPr lang="en-US" sz="2800" dirty="0" smtClean="0"/>
              <a:t>Disadvantages</a:t>
            </a:r>
          </a:p>
          <a:p>
            <a:pPr algn="l"/>
            <a:r>
              <a:rPr lang="en-US" sz="2800" dirty="0"/>
              <a:t>*</a:t>
            </a:r>
            <a:r>
              <a:rPr lang="en-US" sz="2800" dirty="0" smtClean="0"/>
              <a:t>Can receive unwanted messages</a:t>
            </a:r>
          </a:p>
          <a:p>
            <a:pPr algn="l"/>
            <a:r>
              <a:rPr lang="en-US" sz="2800" dirty="0" smtClean="0"/>
              <a:t>* Group notifications can be distracting</a:t>
            </a:r>
          </a:p>
          <a:p>
            <a:pPr algn="l"/>
            <a:r>
              <a:rPr lang="en-US" sz="2800" dirty="0" smtClean="0"/>
              <a:t>                       </a:t>
            </a:r>
          </a:p>
          <a:p>
            <a:pPr algn="l"/>
            <a:r>
              <a:rPr lang="en-US" sz="2800" dirty="0"/>
              <a:t> </a:t>
            </a:r>
            <a:r>
              <a:rPr lang="en-US" sz="2800" dirty="0" smtClean="0"/>
              <a:t>                 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4600" y="600075"/>
            <a:ext cx="4114800" cy="1076325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Whatsapp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advantages &amp; disadvantages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6615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4562475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 smtClean="0"/>
              <a:t>Advantages</a:t>
            </a:r>
          </a:p>
          <a:p>
            <a:pPr algn="l"/>
            <a:r>
              <a:rPr lang="en-US" sz="3200" dirty="0"/>
              <a:t>*</a:t>
            </a:r>
            <a:r>
              <a:rPr lang="en-US" sz="3200" dirty="0" smtClean="0"/>
              <a:t>Creative content</a:t>
            </a:r>
          </a:p>
          <a:p>
            <a:pPr algn="l"/>
            <a:r>
              <a:rPr lang="en-US" sz="3200" dirty="0" smtClean="0"/>
              <a:t>*Entertainment</a:t>
            </a:r>
          </a:p>
          <a:p>
            <a:pPr algn="l"/>
            <a:r>
              <a:rPr lang="en-US" sz="3200" dirty="0" smtClean="0"/>
              <a:t>*Helps creators and businesses reach</a:t>
            </a:r>
          </a:p>
          <a:p>
            <a:pPr algn="l"/>
            <a:r>
              <a:rPr lang="en-US" sz="3200" dirty="0" smtClean="0"/>
              <a:t>People</a:t>
            </a:r>
          </a:p>
          <a:p>
            <a:pPr algn="l"/>
            <a:r>
              <a:rPr lang="en-US" sz="3200" dirty="0" smtClean="0"/>
              <a:t>*Easy to discover new content</a:t>
            </a:r>
            <a:endParaRPr lang="en-US" sz="3200" dirty="0"/>
          </a:p>
          <a:p>
            <a:r>
              <a:rPr lang="en-US" sz="3200" dirty="0" smtClean="0"/>
              <a:t>Disadvantages</a:t>
            </a:r>
          </a:p>
          <a:p>
            <a:pPr algn="l"/>
            <a:r>
              <a:rPr lang="en-US" sz="3200" dirty="0" smtClean="0"/>
              <a:t>*Can be distracting</a:t>
            </a:r>
          </a:p>
          <a:p>
            <a:pPr algn="l"/>
            <a:r>
              <a:rPr lang="en-US" sz="3200" dirty="0" smtClean="0"/>
              <a:t>*Too much screen time</a:t>
            </a:r>
          </a:p>
          <a:p>
            <a:pPr algn="l"/>
            <a:r>
              <a:rPr lang="en-US" sz="3200" dirty="0" smtClean="0"/>
              <a:t>*Public content can affect privacy</a:t>
            </a:r>
          </a:p>
          <a:p>
            <a:pPr algn="l"/>
            <a:endParaRPr lang="en-US" sz="3200" dirty="0" smtClean="0"/>
          </a:p>
          <a:p>
            <a:pPr marL="457200" indent="-457200" algn="l">
              <a:buFont typeface="Arial" charset="0"/>
              <a:buChar char="•"/>
            </a:pPr>
            <a:endParaRPr lang="en-US" sz="32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4600" y="390525"/>
            <a:ext cx="4114800" cy="1285875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Instagram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>advantages &amp; disadvantages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6301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 smtClean="0"/>
          </a:p>
          <a:p>
            <a:pPr algn="l"/>
            <a:r>
              <a:rPr lang="en-US" dirty="0" smtClean="0"/>
              <a:t> *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 smtClean="0"/>
          </a:p>
          <a:p>
            <a:pPr algn="l"/>
            <a:r>
              <a:rPr lang="en-US" dirty="0" smtClean="0"/>
              <a:t>* Entertainment &amp; content sharing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BETTER FOR 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 smtClean="0"/>
              <a:t>BETTER FOR</a:t>
            </a:r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WHATSAPP &amp; INSTAGRAM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20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8712" y="2996952"/>
            <a:ext cx="66861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/>
              <a:t>     THANK YOU                     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9527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101</TotalTime>
  <Words>113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BlackTie</vt:lpstr>
      <vt:lpstr>PowerPoint Presentation</vt:lpstr>
      <vt:lpstr>PowerPoint Presentation</vt:lpstr>
      <vt:lpstr>PowerPoint Presentation</vt:lpstr>
      <vt:lpstr>Instagram   vs  whatsapp</vt:lpstr>
      <vt:lpstr>Whatsapp advantages &amp; disadvantages</vt:lpstr>
      <vt:lpstr>Instagram advantages &amp; disadvantages </vt:lpstr>
      <vt:lpstr>WHATSAPP &amp; INSTAGRAM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11</cp:revision>
  <dcterms:created xsi:type="dcterms:W3CDTF">2026-08-03T15:24:25Z</dcterms:created>
  <dcterms:modified xsi:type="dcterms:W3CDTF">2026-08-03T17:06:04Z</dcterms:modified>
</cp:coreProperties>
</file>